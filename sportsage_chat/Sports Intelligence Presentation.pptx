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project, course, and team. Briefly explain this is an AI-powered sports prediction website.</a:t>
            </a:r>
            <a:endParaRPr/>
          </a:p>
        </p:txBody>
      </p:sp>
      <p:sp>
        <p:nvSpPr>
          <p:cNvPr id="73" name="Google Shape;7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Quickly introduce each member and their general role.</a:t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the project was built and what problem it solves.</a:t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frontend, backend, database, and local server technologies.</a:t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how MVC separates concerns and improves maintainability.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key working features of the site.</a:t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how user data and AI interactions are stored.</a:t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how a user interacts with the website.</a:t>
            </a:r>
            <a:endParaRPr/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site was thoroughly tested and is functional.</a:t>
            </a:r>
            <a:endParaRPr/>
          </a:p>
        </p:txBody>
      </p:sp>
      <p:sp>
        <p:nvSpPr>
          <p:cNvPr id="129" name="Google Shape;12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 what could be improved with more time.</a:t>
            </a:r>
            <a:endParaRPr/>
          </a:p>
        </p:txBody>
      </p:sp>
      <p:sp>
        <p:nvSpPr>
          <p:cNvPr id="136" name="Google Shape;1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the demo shows slides and a live site walkthrough.</a:t>
            </a:r>
            <a:endParaRPr/>
          </a:p>
        </p:txBody>
      </p:sp>
      <p:sp>
        <p:nvSpPr>
          <p:cNvPr id="143" name="Google Shape;14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 and thank the audience.</a:t>
            </a:r>
            <a:endParaRPr/>
          </a:p>
        </p:txBody>
      </p:sp>
      <p:sp>
        <p:nvSpPr>
          <p:cNvPr id="150" name="Google Shape;15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6769200"/>
            <a:ext cx="79707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980467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82400"/>
            <a:ext cx="7893000" cy="247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4304500"/>
            <a:ext cx="7893000" cy="169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6769200"/>
            <a:ext cx="79707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2561800"/>
            <a:ext cx="81249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6727600"/>
            <a:ext cx="9144000" cy="1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538926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96967"/>
            <a:ext cx="85206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890400"/>
            <a:ext cx="85206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538926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96967"/>
            <a:ext cx="85206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890600"/>
            <a:ext cx="39999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890600"/>
            <a:ext cx="39999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496967"/>
            <a:ext cx="8520600" cy="8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890363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187133"/>
            <a:ext cx="2808000" cy="3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6769200"/>
            <a:ext cx="79707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446167"/>
            <a:ext cx="4045200" cy="22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3793600"/>
            <a:ext cx="4045200" cy="18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6769200"/>
            <a:ext cx="79707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805050"/>
            <a:ext cx="79707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3957850"/>
            <a:ext cx="79707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6967"/>
            <a:ext cx="85206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90400"/>
            <a:ext cx="8520600" cy="4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630600" y="182400"/>
            <a:ext cx="7893000" cy="24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Sports Intelligence</a:t>
            </a:r>
            <a:endParaRPr/>
          </a:p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630600" y="4304500"/>
            <a:ext cx="78930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Sports Prediction Web App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CSIT 337 – Internet Computing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Joshua Babu – Team Leader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Igiehon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Thanh Phan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Raiyan Shahi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Purpose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probability-based sports predictions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User-friendly interface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login 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CSS, Bootstrap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(PDO)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XAMPP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 Design Pattern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Views, Controllers,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database access via PDO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Registration &amp; Login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Prediction Generation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History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Table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Chats Table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Messages Table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Logs Table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Flow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or Login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Sports Question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AI Prediction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&amp; View History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&amp; Results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tests successful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generation verified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records confirmed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sports data sources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analytics &amp; accuracy improvements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Video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YouTube Demo Link Included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walkthrough of the website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functional web application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Meets CSIT 337 requirements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full web development stack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